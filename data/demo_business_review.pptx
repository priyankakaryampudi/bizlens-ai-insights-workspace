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retention remained stable in Q3. Management will prioritize customer-risk monitoring in Q4.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