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Q4 Business Performance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Management analysis brief</a:t>
            </a:r>
          </a:p>
          <a:p>
            <a:r>
              <a:t>Focus: revenue, cancellations, SLA and regional performance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Revenue performance weakened in Q4.</a:t>
            </a:r>
          </a:p>
          <a:p>
            <a:r>
              <a:t>South region is a priority area.</a:t>
            </a:r>
          </a:p>
          <a:p>
            <a:r>
              <a:t>Operations reported SLA deterioration.</a:t>
            </a:r>
          </a:p>
          <a:p>
            <a:r>
              <a:t>Customer Success reported increased cancellations.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Questions Management Wants Answered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Where is the decline concentrated?</a:t>
            </a:r>
          </a:p>
          <a:p>
            <a:r>
              <a:t>Which products/segments/channels contribute?</a:t>
            </a:r>
          </a:p>
          <a:p>
            <a:r>
              <a:t>Are cancellations related to SLA performance?</a:t>
            </a:r>
          </a:p>
          <a:p>
            <a:r>
              <a:t>What should management investigate next?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Required Output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Executive dashboard</a:t>
            </a:r>
          </a:p>
          <a:p>
            <a:r>
              <a:t>Investigation findings</a:t>
            </a:r>
          </a:p>
          <a:p>
            <a:r>
              <a:t>Evidence-backed recommendations</a:t>
            </a:r>
          </a:p>
          <a:p>
            <a:r>
              <a:t>Requirements / gaps</a:t>
            </a:r>
          </a:p>
          <a:p>
            <a:r>
              <a:t>Management-ready report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